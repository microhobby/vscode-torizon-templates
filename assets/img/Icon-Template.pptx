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2854325" cy="28543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60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42560" y="667800"/>
            <a:ext cx="256860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6CEDF7-1E87-460F-8928-20DA7CD726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BA036F6-4B17-4344-840A-EB6F84B760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0731E0-87B9-4465-95F8-7DC5E4A0A9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60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42560" y="667800"/>
            <a:ext cx="256860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2BE4636-C940-4B9F-92A0-5BECF93B31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312B347-A6EF-4A68-A451-5B1BA3A5F3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60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42560" y="667800"/>
            <a:ext cx="125316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616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458720" y="667800"/>
            <a:ext cx="125316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616"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3D7C170-1CFA-4244-8317-25076EB555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C8A7FD4-08DF-40E3-8DF0-0ED0FA082C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14200" y="338760"/>
            <a:ext cx="24260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AC8A434-9336-4990-BB42-27A62462A0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50F2D13-05DA-488B-8168-85ECBC9F7B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B995E2E-10D4-4789-94FD-F79E85DC3B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51FC0BC-D119-44F7-8442-7411F84EBE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14200" y="467280"/>
            <a:ext cx="2426040" cy="9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268649-3484-4F87-9A21-E722FFC60E73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42560" y="667800"/>
            <a:ext cx="256860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301061-375B-48BB-A835-0690B05E4A59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FBB1FE-C37C-4DC3-839C-6C4C97B5DAAB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14200" y="467280"/>
            <a:ext cx="2426040" cy="9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2560" y="667800"/>
            <a:ext cx="256824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86FCBD-24B9-484B-89F4-F81AAC06CBC0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319FEE-4901-4AC1-B347-0CF7FD018FD9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14200" y="467280"/>
            <a:ext cx="2426040" cy="9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42560" y="667800"/>
            <a:ext cx="125280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458720" y="667800"/>
            <a:ext cx="1252800" cy="16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5CE88A-3258-495A-B060-50E46338F5A8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8813CB-0777-45D6-9876-5CD6C975D4B4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14200" y="467280"/>
            <a:ext cx="2426040" cy="9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4AE0D6-A2D4-4687-9682-18BA4AD23A42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E1CF17-B751-4893-8A48-25F89CAE6AFD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87D9FD-109C-40AF-A110-D11612192285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945720" y="2646000"/>
            <a:ext cx="96264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201636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F4E08F-A7AE-4F46-B8DE-3E63BC415E1C}" type="slidenum">
              <a:rPr b="0" lang="en-US" sz="400" spc="-1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&lt;number&gt;</a:t>
            </a:fld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196200" y="2646000"/>
            <a:ext cx="641520" cy="1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"/>
          <p:cNvSpPr/>
          <p:nvPr/>
        </p:nvSpPr>
        <p:spPr>
          <a:xfrm>
            <a:off x="0" y="0"/>
            <a:ext cx="2854080" cy="285408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800" spc="-1" strike="noStrike">
              <a:solidFill>
                <a:schemeClr val="lt1"/>
              </a:solidFill>
              <a:latin typeface="Calibri"/>
              <a:ea typeface="Arial"/>
            </a:endParaRPr>
          </a:p>
        </p:txBody>
      </p:sp>
      <p:pic>
        <p:nvPicPr>
          <p:cNvPr id="50" name="Picture 14" descr="O que é C# - Portal GSTI"/>
          <p:cNvPicPr/>
          <p:nvPr/>
        </p:nvPicPr>
        <p:blipFill>
          <a:blip r:embed="rId1"/>
          <a:stretch/>
        </p:blipFill>
        <p:spPr>
          <a:xfrm>
            <a:off x="208080" y="223200"/>
            <a:ext cx="2437920" cy="243792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18" descr=""/>
          <p:cNvPicPr/>
          <p:nvPr/>
        </p:nvPicPr>
        <p:blipFill>
          <a:blip r:embed="rId2"/>
          <a:stretch/>
        </p:blipFill>
        <p:spPr>
          <a:xfrm>
            <a:off x="1962720" y="1962720"/>
            <a:ext cx="846720" cy="84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3"/>
          <p:cNvSpPr/>
          <p:nvPr/>
        </p:nvSpPr>
        <p:spPr>
          <a:xfrm>
            <a:off x="0" y="0"/>
            <a:ext cx="2854080" cy="285408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800" spc="-1" strike="noStrike">
              <a:solidFill>
                <a:schemeClr val="lt1"/>
              </a:solidFill>
              <a:latin typeface="Calibri"/>
              <a:ea typeface="Arial"/>
            </a:endParaRPr>
          </a:p>
        </p:txBody>
      </p:sp>
      <p:pic>
        <p:nvPicPr>
          <p:cNvPr id="53" name="Imagem 10" descr=""/>
          <p:cNvPicPr/>
          <p:nvPr/>
        </p:nvPicPr>
        <p:blipFill>
          <a:blip r:embed="rId1"/>
          <a:stretch/>
        </p:blipFill>
        <p:spPr>
          <a:xfrm>
            <a:off x="486360" y="762840"/>
            <a:ext cx="1881720" cy="1397880"/>
          </a:xfrm>
          <a:prstGeom prst="rect">
            <a:avLst/>
          </a:prstGeom>
          <a:ln w="0">
            <a:noFill/>
          </a:ln>
        </p:spPr>
      </p:pic>
      <p:pic>
        <p:nvPicPr>
          <p:cNvPr id="54" name="Imagem 7" descr=""/>
          <p:cNvPicPr/>
          <p:nvPr/>
        </p:nvPicPr>
        <p:blipFill>
          <a:blip r:embed="rId2"/>
          <a:stretch/>
        </p:blipFill>
        <p:spPr>
          <a:xfrm>
            <a:off x="2167920" y="2158920"/>
            <a:ext cx="686160" cy="695160"/>
          </a:xfrm>
          <a:prstGeom prst="rect">
            <a:avLst/>
          </a:prstGeom>
          <a:ln w="0">
            <a:noFill/>
          </a:ln>
        </p:spPr>
      </p:pic>
      <p:pic>
        <p:nvPicPr>
          <p:cNvPr id="55" name="Imagem 6" descr=""/>
          <p:cNvPicPr/>
          <p:nvPr/>
        </p:nvPicPr>
        <p:blipFill>
          <a:blip r:embed="rId3"/>
          <a:stretch/>
        </p:blipFill>
        <p:spPr>
          <a:xfrm>
            <a:off x="0" y="0"/>
            <a:ext cx="754560" cy="72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Application>LibreOffice/24.2.7.2$Linux_X86_64 LibreOffice_project/420$Build-2</Application>
  <AppVersion>15.0000</AppVersion>
  <Words>22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2022-08-24T21:53:02Z</dcterms:created>
  <dc:creator>Matheus Castello</dc:creator>
  <dc:description/>
  <dc:language>pt-BR</dc:language>
  <cp:lastModifiedBy/>
  <dcterms:modified xsi:type="dcterms:W3CDTF">2025-05-20T14:35:51Z</dcterms:modified>
  <cp:revision>731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PresentationFormat">
    <vt:lpwstr>Custom</vt:lpwstr>
  </property>
  <property fmtid="{D5CDD505-2E9C-101B-9397-08002B2CF9AE}" pid="4" name="Slides">
    <vt:i4>18</vt:i4>
  </property>
</Properties>
</file>